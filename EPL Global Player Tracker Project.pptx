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641D06-86E8-402A-9EB3-E2EC3054D9D8}">
  <a:tblStyle styleId="{C0641D06-86E8-402A-9EB3-E2EC3054D9D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76984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EPL GLOBAL </a:t>
            </a:r>
            <a:r>
              <a:rPr b="1" i="0" lang="en-US" sz="60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TRACKER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2234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프리미어 리그: 국적별 데이터를 통해 보는 글로벌 축구의 흐름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55607" y="2567880"/>
            <a:ext cx="628078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리그 소개 및 프로젝트 개요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529905"/>
            <a:ext cx="952500" cy="476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681287" y="3863280"/>
            <a:ext cx="68294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 세계 189개국이 열광하는 무대, 그 이면의 데이터를 추적합니다.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2838450"/>
            <a:ext cx="35337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120+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4552950"/>
            <a:ext cx="3533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진출 국가 수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676775" y="3148012"/>
            <a:ext cx="6000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다국적 재능의 용광로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676775" y="3652837"/>
            <a:ext cx="571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프리미어 리그는 출범 이후 120개국 이상의 선수들이 거쳐갔으며, 현재 리그 등록 선수의 약 60% 이상이 비영국계로 구성되어 있습니다. 이는 명실상부한 글로벌 축구의 허브임을 증명합니다.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국경을 초월한 다양성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71500" y="5181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* 역사적으로 프랑스와 스페인은 EPL에서 가장 많은 득점자를 배출한 국가입니다.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국가별 역대 득점 순위 (비영국)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17"/>
          <p:cNvGraphicFramePr/>
          <p:nvPr/>
        </p:nvGraphicFramePr>
        <p:xfrm>
          <a:off x="571500" y="27193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{C0641D06-86E8-402A-9EB3-E2EC3054D9D8}</a:tableStyleId>
              </a:tblPr>
              <a:tblGrid>
                <a:gridCol w="2536925"/>
                <a:gridCol w="3332700"/>
                <a:gridCol w="1471175"/>
                <a:gridCol w="3708200"/>
              </a:tblGrid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대륙 (Continent)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최다 출전 국가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누적 득점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특징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유럽 (Europe)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프랑스 / 스페인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최상위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리그 운영의 핵심 인력 공급원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남미 (S. America)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브라질 / 아르헨티나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화려한 기술과 공격력 중심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아시아 (Asia)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대한민국 / 일본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신흥 시장 및 마케팅 가치 급증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아프리카 (Africa)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나이지리아 / 코트디부아르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피지컬과 폭발적인 역동성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17"/>
          <p:cNvSpPr/>
          <p:nvPr/>
        </p:nvSpPr>
        <p:spPr>
          <a:xfrm>
            <a:off x="571500" y="3686175"/>
            <a:ext cx="2536924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108424" y="3686175"/>
            <a:ext cx="3332708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441132" y="3686175"/>
            <a:ext cx="147116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7912298" y="3686175"/>
            <a:ext cx="37082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71500" y="4181475"/>
            <a:ext cx="2536924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108424" y="4181475"/>
            <a:ext cx="3332708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6441132" y="4181475"/>
            <a:ext cx="147116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912298" y="4181475"/>
            <a:ext cx="37082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71500" y="4676775"/>
            <a:ext cx="2536924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3108424" y="4676775"/>
            <a:ext cx="3332708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441132" y="4676775"/>
            <a:ext cx="147116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7912298" y="4676775"/>
            <a:ext cx="37082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71500" y="5172075"/>
            <a:ext cx="2536924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108424" y="5172075"/>
            <a:ext cx="3332708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441132" y="5172075"/>
            <a:ext cx="147116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912298" y="5172075"/>
            <a:ext cx="37082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대륙별 주요 기록 요약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45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500" y="2747962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손흥민: 아시아 최초 100골 클럽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32527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대한민국은 박지성을 시작으로 손흥민에 이르기까지 EPL에서 가장 성공적인 아시아 국가로 자리매김했습니다. 특히 손흥민은 아시아 선수 최초로 EPL 득점왕과 100골 클럽 가입이라는 금자탑을 쌓았습니다.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24025"/>
            <a:ext cx="52197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43576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통산 100골 이상 기록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6624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최다 출전 아시아 선수</a:t>
            </a:r>
            <a:endParaRPr/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100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48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아시아의 자부심: 대한민국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2700"/>
            <a:ext cx="34924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52700"/>
            <a:ext cx="3492549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552700"/>
            <a:ext cx="34924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575" y="2943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94241" y="3657600"/>
            <a:ext cx="28469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인터랙티브 히트맵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62025" y="4162425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지도를 클릭하여 전 세계 선수들의 분포를 실시간으로 확인</a:t>
            </a:r>
            <a:endParaRPr/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29151" y="294322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4672388" y="3657600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상세 통계 분석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740175" y="4162425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국가별 점유율, 득점 효율성 등 심층 데이터 제공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9432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450691" y="3657600"/>
            <a:ext cx="284691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1:1 매치업 랩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518475" y="4162425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국가 vs 국가 기록 비교를 통한 전력 분석 시스템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프로젝트 핵심 기능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1225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71500" y="5229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비영국계 선수 비중은 1992년 약 20%에서 현재 65% 이상으로 급격히 증가했습니다.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글로벌 인재 유입의 성장세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762000" y="571500"/>
            <a:ext cx="50006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미래 비전 및 확장성</a:t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1428750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데이터 아카이빙 플랫폼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19335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단순한 기록 조회를 넘어, 전 세계 축구 팬들이 참여하여 기록을 공유하고 토론하는 커뮤니티형 데이터 플랫폼을 구축하고자 합니다.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7336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글로벌 스포츠 마케팅 및 베팅 데이터 시장으로의 확장성을 통해 새로운 가치를 창출할 것입니다.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295275" y="2212627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34985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경청해 주셔서 감사합니다. 질문 있으신가요?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434042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www.epl-tracker-project.com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/>
          <p:nvPr/>
        </p:nvSpPr>
        <p:spPr>
          <a:xfrm>
            <a:off x="571500" y="209475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71500" y="287952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571500" y="386238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571500" y="287000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71500" y="287000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71500" y="3852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571500" y="46376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417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1666875" y="223763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https://img.koreatimes.co.kr/upload/newsV2/images/202011/7169de306aa0408db274aaf18d0179f3.jpg?w=728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1666875" y="24833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www.koreatimes.co.kr</a:t>
            </a:r>
            <a:endParaRPr/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280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1666875" y="302240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https://harvardsciencereview.org/wp-content/uploads/2025/09/A-sleek-high-tech-data-visualization-dashboard-showcasing-explainable-AI-insights-for-sports-1024x585.jpeg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666875" y="34662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harvardsciencereview.org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18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666875" y="400526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https://img.freepik.com/free-photo/people-soccer-stadium_23-2151548540.jpg?semt=ais_hybrid&amp;w=740&amp;q=80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666875" y="425097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www.freepik.com</a:t>
            </a:r>
            <a:endParaRPr/>
          </a:p>
        </p:txBody>
      </p:sp>
      <p:pic>
        <p:nvPicPr>
          <p:cNvPr descr="image.png" id="224" name="Google Shape;22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57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1666875" y="479003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https://static.vecteezy.com/system/resources/thumbnails/068/529/298/small/a-neon-soccer-field-glows-with-pink-and-blue-lines-on-a-dark-reflective-surface-free-photo.jpg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1666875" y="523383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www.vecteezy.com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Image Sources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